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1401800ad048e2" /><Relationship Type="http://schemas.openxmlformats.org/officeDocument/2006/relationships/extended-properties" Target="/docProps/app.xml" Id="R715a9d62e12a43b0" /><Relationship Type="http://schemas.openxmlformats.org/officeDocument/2006/relationships/officeDocument" Target="/ppt/presentation.xml" Id="Rf937c8bc6c024b0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92ac53d3245462c"/>
  </p:sldMasterIdLst>
  <p:notesMasterIdLst>
    <p:notesMasterId xmlns:r="http://schemas.openxmlformats.org/officeDocument/2006/relationships" r:id="R4dd4762ee5cf41c2"/>
  </p:notesMasterIdLst>
  <p:sldIdLst>
    <p:sldId xmlns:r="http://schemas.openxmlformats.org/officeDocument/2006/relationships" id="256" r:id="R5db540f0d1a64eab"/>
    <p:sldId xmlns:r="http://schemas.openxmlformats.org/officeDocument/2006/relationships" id="257" r:id="R9546b51f0fe745a1"/>
    <p:sldId xmlns:r="http://schemas.openxmlformats.org/officeDocument/2006/relationships" id="258" r:id="R3df861dfc6f0427f"/>
    <p:sldId xmlns:r="http://schemas.openxmlformats.org/officeDocument/2006/relationships" id="259" r:id="R25b22c6b1e004f16"/>
    <p:sldId xmlns:r="http://schemas.openxmlformats.org/officeDocument/2006/relationships" id="260" r:id="R7c418149836d4715"/>
    <p:sldId xmlns:r="http://schemas.openxmlformats.org/officeDocument/2006/relationships" id="261" r:id="Rd7b2d89835dc4193"/>
    <p:sldId xmlns:r="http://schemas.openxmlformats.org/officeDocument/2006/relationships" id="262" r:id="R06f9f7dcfad4444e"/>
    <p:sldId xmlns:r="http://schemas.openxmlformats.org/officeDocument/2006/relationships" id="263" r:id="R18123ac7d2fc489c"/>
    <p:sldId xmlns:r="http://schemas.openxmlformats.org/officeDocument/2006/relationships" id="264" r:id="R616826d9a3094530"/>
    <p:sldId xmlns:r="http://schemas.openxmlformats.org/officeDocument/2006/relationships" id="265" r:id="R721a0a60a8be4796"/>
    <p:sldId xmlns:r="http://schemas.openxmlformats.org/officeDocument/2006/relationships" id="266" r:id="R95b33ae6424344a5"/>
    <p:sldId xmlns:r="http://schemas.openxmlformats.org/officeDocument/2006/relationships" id="267" r:id="R20f63a4cc5634526"/>
    <p:sldId xmlns:r="http://schemas.openxmlformats.org/officeDocument/2006/relationships" id="268" r:id="R2866fdf5e4464bea"/>
    <p:sldId xmlns:r="http://schemas.openxmlformats.org/officeDocument/2006/relationships" id="269" r:id="R861e060cc2d847ba"/>
    <p:sldId xmlns:r="http://schemas.openxmlformats.org/officeDocument/2006/relationships" id="270" r:id="R5872be34d2d04e98"/>
    <p:sldId xmlns:r="http://schemas.openxmlformats.org/officeDocument/2006/relationships" id="271" r:id="R5733a46837c04f44"/>
    <p:sldId xmlns:r="http://schemas.openxmlformats.org/officeDocument/2006/relationships" id="272" r:id="Rd10e5732f91341a1"/>
    <p:sldId xmlns:r="http://schemas.openxmlformats.org/officeDocument/2006/relationships" id="273" r:id="R86ce4b4361414dae"/>
    <p:sldId xmlns:r="http://schemas.openxmlformats.org/officeDocument/2006/relationships" id="274" r:id="Rd7056ae4cc044d14"/>
    <p:sldId xmlns:r="http://schemas.openxmlformats.org/officeDocument/2006/relationships" id="275" r:id="Rf0fef95c321a4be9"/>
    <p:sldId xmlns:r="http://schemas.openxmlformats.org/officeDocument/2006/relationships" id="276" r:id="R7d39b4c353c94195"/>
    <p:sldId xmlns:r="http://schemas.openxmlformats.org/officeDocument/2006/relationships" id="277" r:id="R2ec496f8ad114f31"/>
    <p:sldId xmlns:r="http://schemas.openxmlformats.org/officeDocument/2006/relationships" id="278" r:id="R81b982ed95a0483e"/>
    <p:sldId xmlns:r="http://schemas.openxmlformats.org/officeDocument/2006/relationships" id="279" r:id="R459693dec9104b25"/>
    <p:sldId xmlns:r="http://schemas.openxmlformats.org/officeDocument/2006/relationships" id="280" r:id="R699834ea175144d2"/>
    <p:sldId xmlns:r="http://schemas.openxmlformats.org/officeDocument/2006/relationships" id="281" r:id="R2053b07158d64622"/>
    <p:sldId xmlns:r="http://schemas.openxmlformats.org/officeDocument/2006/relationships" id="282" r:id="R74e0410984ad41d9"/>
    <p:sldId xmlns:r="http://schemas.openxmlformats.org/officeDocument/2006/relationships" id="283" r:id="R6e504339f1154d53"/>
    <p:sldId xmlns:r="http://schemas.openxmlformats.org/officeDocument/2006/relationships" id="284" r:id="R13fccb307c0647c5"/>
    <p:sldId xmlns:r="http://schemas.openxmlformats.org/officeDocument/2006/relationships" id="285" r:id="R0ea41b645da94b97"/>
    <p:sldId xmlns:r="http://schemas.openxmlformats.org/officeDocument/2006/relationships" id="286" r:id="Rc95d74c2ad2c450d"/>
    <p:sldId xmlns:r="http://schemas.openxmlformats.org/officeDocument/2006/relationships" id="287" r:id="R2fdaeae729594b92"/>
    <p:sldId xmlns:r="http://schemas.openxmlformats.org/officeDocument/2006/relationships" id="288" r:id="R52a6690a12cd4ffb"/>
    <p:sldId xmlns:r="http://schemas.openxmlformats.org/officeDocument/2006/relationships" id="289" r:id="R389f50f910974d94"/>
    <p:sldId xmlns:r="http://schemas.openxmlformats.org/officeDocument/2006/relationships" id="290" r:id="R0d4475250381437b"/>
    <p:sldId xmlns:r="http://schemas.openxmlformats.org/officeDocument/2006/relationships" id="291" r:id="Ra8a97ecfc97548b4"/>
    <p:sldId xmlns:r="http://schemas.openxmlformats.org/officeDocument/2006/relationships" id="292" r:id="Raed32f6bbe29470b"/>
    <p:sldId xmlns:r="http://schemas.openxmlformats.org/officeDocument/2006/relationships" id="293" r:id="Re3bc192dbf4e407c"/>
    <p:sldId xmlns:r="http://schemas.openxmlformats.org/officeDocument/2006/relationships" id="294" r:id="R5b89dfdf3b604497"/>
    <p:sldId xmlns:r="http://schemas.openxmlformats.org/officeDocument/2006/relationships" id="295" r:id="R756655a17d7145dd"/>
    <p:sldId xmlns:r="http://schemas.openxmlformats.org/officeDocument/2006/relationships" id="296" r:id="R12c393f78e9149ad"/>
    <p:sldId xmlns:r="http://schemas.openxmlformats.org/officeDocument/2006/relationships" id="297" r:id="Rad5201eff3c84c70"/>
    <p:sldId xmlns:r="http://schemas.openxmlformats.org/officeDocument/2006/relationships" id="298" r:id="R01815c5d01134b3a"/>
    <p:sldId xmlns:r="http://schemas.openxmlformats.org/officeDocument/2006/relationships" id="299" r:id="R152cadbc96884404"/>
    <p:sldId xmlns:r="http://schemas.openxmlformats.org/officeDocument/2006/relationships" id="300" r:id="R554c18842d734ec1"/>
    <p:sldId xmlns:r="http://schemas.openxmlformats.org/officeDocument/2006/relationships" id="301" r:id="R1edde8de6229494e"/>
    <p:sldId xmlns:r="http://schemas.openxmlformats.org/officeDocument/2006/relationships" id="302" r:id="R78ba1d09ffd94051"/>
    <p:sldId xmlns:r="http://schemas.openxmlformats.org/officeDocument/2006/relationships" id="303" r:id="Rd67b59320f2e4f9c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e2d2df25131243a0"/>
      <p:bold xmlns:r="http://schemas.openxmlformats.org/officeDocument/2006/relationships" r:id="Rdbaefd8843564217"/>
      <p:italic xmlns:r="http://schemas.openxmlformats.org/officeDocument/2006/relationships" r:id="Rd73f5bfa72d74a7f"/>
      <p:boldItalic xmlns:r="http://schemas.openxmlformats.org/officeDocument/2006/relationships" r:id="R58325057d12a456c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d7522fd25a48ea" /><Relationship Type="http://schemas.openxmlformats.org/officeDocument/2006/relationships/slideMaster" Target="/ppt/slideMasters/slideMaster1.xml" Id="Rc92ac53d3245462c" /><Relationship Type="http://schemas.openxmlformats.org/officeDocument/2006/relationships/notesMaster" Target="/ppt/notesMasters/notesMaster1.xml" Id="R4dd4762ee5cf41c2" /><Relationship Type="http://schemas.openxmlformats.org/officeDocument/2006/relationships/presProps" Target="/ppt/presProps.xml" Id="R648a24afb3d04e71" /><Relationship Type="http://schemas.openxmlformats.org/officeDocument/2006/relationships/viewProps" Target="/ppt/viewProps.xml" Id="Ra30c7e2f459548c9" /><Relationship Type="http://schemas.openxmlformats.org/officeDocument/2006/relationships/tableStyles" Target="/ppt/tableStyles.xml" Id="R003ec352c6584e8a" /><Relationship Type="http://schemas.openxmlformats.org/officeDocument/2006/relationships/font" Target="/ppt/fonts/font.dat" Id="Re2d2df25131243a0" /><Relationship Type="http://schemas.openxmlformats.org/officeDocument/2006/relationships/font" Target="/ppt/fonts/font2.dat" Id="Rdbaefd8843564217" /><Relationship Type="http://schemas.openxmlformats.org/officeDocument/2006/relationships/font" Target="/ppt/fonts/font3.dat" Id="Rd73f5bfa72d74a7f" /><Relationship Type="http://schemas.openxmlformats.org/officeDocument/2006/relationships/font" Target="/ppt/fonts/font4.dat" Id="R58325057d12a456c" /><Relationship Type="http://schemas.openxmlformats.org/officeDocument/2006/relationships/slide" Target="/ppt/slides/slide1.xml" Id="R5db540f0d1a64eab" /><Relationship Type="http://schemas.openxmlformats.org/officeDocument/2006/relationships/slide" Target="/ppt/slides/slide2.xml" Id="R9546b51f0fe745a1" /><Relationship Type="http://schemas.openxmlformats.org/officeDocument/2006/relationships/slide" Target="/ppt/slides/slide3.xml" Id="R3df861dfc6f0427f" /><Relationship Type="http://schemas.openxmlformats.org/officeDocument/2006/relationships/slide" Target="/ppt/slides/slide4.xml" Id="R25b22c6b1e004f16" /><Relationship Type="http://schemas.openxmlformats.org/officeDocument/2006/relationships/slide" Target="/ppt/slides/slide5.xml" Id="R7c418149836d4715" /><Relationship Type="http://schemas.openxmlformats.org/officeDocument/2006/relationships/slide" Target="/ppt/slides/slide6.xml" Id="Rd7b2d89835dc4193" /><Relationship Type="http://schemas.openxmlformats.org/officeDocument/2006/relationships/slide" Target="/ppt/slides/slide7.xml" Id="R06f9f7dcfad4444e" /><Relationship Type="http://schemas.openxmlformats.org/officeDocument/2006/relationships/slide" Target="/ppt/slides/slide8.xml" Id="R18123ac7d2fc489c" /><Relationship Type="http://schemas.openxmlformats.org/officeDocument/2006/relationships/slide" Target="/ppt/slides/slide9.xml" Id="R616826d9a3094530" /><Relationship Type="http://schemas.openxmlformats.org/officeDocument/2006/relationships/slide" Target="/ppt/slides/slide10.xml" Id="R721a0a60a8be4796" /><Relationship Type="http://schemas.openxmlformats.org/officeDocument/2006/relationships/slide" Target="/ppt/slides/slide11.xml" Id="R95b33ae6424344a5" /><Relationship Type="http://schemas.openxmlformats.org/officeDocument/2006/relationships/slide" Target="/ppt/slides/slide12.xml" Id="R20f63a4cc5634526" /><Relationship Type="http://schemas.openxmlformats.org/officeDocument/2006/relationships/slide" Target="/ppt/slides/slide13.xml" Id="R2866fdf5e4464bea" /><Relationship Type="http://schemas.openxmlformats.org/officeDocument/2006/relationships/slide" Target="/ppt/slides/slide14.xml" Id="R861e060cc2d847ba" /><Relationship Type="http://schemas.openxmlformats.org/officeDocument/2006/relationships/slide" Target="/ppt/slides/slide15.xml" Id="R5872be34d2d04e98" /><Relationship Type="http://schemas.openxmlformats.org/officeDocument/2006/relationships/slide" Target="/ppt/slides/slide16.xml" Id="R5733a46837c04f44" /><Relationship Type="http://schemas.openxmlformats.org/officeDocument/2006/relationships/slide" Target="/ppt/slides/slide17.xml" Id="Rd10e5732f91341a1" /><Relationship Type="http://schemas.openxmlformats.org/officeDocument/2006/relationships/slide" Target="/ppt/slides/slide18.xml" Id="R86ce4b4361414dae" /><Relationship Type="http://schemas.openxmlformats.org/officeDocument/2006/relationships/slide" Target="/ppt/slides/slide19.xml" Id="Rd7056ae4cc044d14" /><Relationship Type="http://schemas.openxmlformats.org/officeDocument/2006/relationships/slide" Target="/ppt/slides/slide20.xml" Id="Rf0fef95c321a4be9" /><Relationship Type="http://schemas.openxmlformats.org/officeDocument/2006/relationships/slide" Target="/ppt/slides/slide21.xml" Id="R7d39b4c353c94195" /><Relationship Type="http://schemas.openxmlformats.org/officeDocument/2006/relationships/slide" Target="/ppt/slides/slide22.xml" Id="R2ec496f8ad114f31" /><Relationship Type="http://schemas.openxmlformats.org/officeDocument/2006/relationships/slide" Target="/ppt/slides/slide23.xml" Id="R81b982ed95a0483e" /><Relationship Type="http://schemas.openxmlformats.org/officeDocument/2006/relationships/slide" Target="/ppt/slides/slide24.xml" Id="R459693dec9104b25" /><Relationship Type="http://schemas.openxmlformats.org/officeDocument/2006/relationships/slide" Target="/ppt/slides/slide25.xml" Id="R699834ea175144d2" /><Relationship Type="http://schemas.openxmlformats.org/officeDocument/2006/relationships/slide" Target="/ppt/slides/slide26.xml" Id="R2053b07158d64622" /><Relationship Type="http://schemas.openxmlformats.org/officeDocument/2006/relationships/slide" Target="/ppt/slides/slide27.xml" Id="R74e0410984ad41d9" /><Relationship Type="http://schemas.openxmlformats.org/officeDocument/2006/relationships/slide" Target="/ppt/slides/slide28.xml" Id="R6e504339f1154d53" /><Relationship Type="http://schemas.openxmlformats.org/officeDocument/2006/relationships/slide" Target="/ppt/slides/slide29.xml" Id="R13fccb307c0647c5" /><Relationship Type="http://schemas.openxmlformats.org/officeDocument/2006/relationships/slide" Target="/ppt/slides/slide30.xml" Id="R0ea41b645da94b97" /><Relationship Type="http://schemas.openxmlformats.org/officeDocument/2006/relationships/slide" Target="/ppt/slides/slide31.xml" Id="Rc95d74c2ad2c450d" /><Relationship Type="http://schemas.openxmlformats.org/officeDocument/2006/relationships/slide" Target="/ppt/slides/slide32.xml" Id="R2fdaeae729594b92" /><Relationship Type="http://schemas.openxmlformats.org/officeDocument/2006/relationships/slide" Target="/ppt/slides/slide33.xml" Id="R52a6690a12cd4ffb" /><Relationship Type="http://schemas.openxmlformats.org/officeDocument/2006/relationships/slide" Target="/ppt/slides/slide34.xml" Id="R389f50f910974d94" /><Relationship Type="http://schemas.openxmlformats.org/officeDocument/2006/relationships/slide" Target="/ppt/slides/slide35.xml" Id="R0d4475250381437b" /><Relationship Type="http://schemas.openxmlformats.org/officeDocument/2006/relationships/slide" Target="/ppt/slides/slide36.xml" Id="Ra8a97ecfc97548b4" /><Relationship Type="http://schemas.openxmlformats.org/officeDocument/2006/relationships/slide" Target="/ppt/slides/slide37.xml" Id="Raed32f6bbe29470b" /><Relationship Type="http://schemas.openxmlformats.org/officeDocument/2006/relationships/slide" Target="/ppt/slides/slide38.xml" Id="Re3bc192dbf4e407c" /><Relationship Type="http://schemas.openxmlformats.org/officeDocument/2006/relationships/slide" Target="/ppt/slides/slide39.xml" Id="R5b89dfdf3b604497" /><Relationship Type="http://schemas.openxmlformats.org/officeDocument/2006/relationships/slide" Target="/ppt/slides/slide40.xml" Id="R756655a17d7145dd" /><Relationship Type="http://schemas.openxmlformats.org/officeDocument/2006/relationships/slide" Target="/ppt/slides/slide41.xml" Id="R12c393f78e9149ad" /><Relationship Type="http://schemas.openxmlformats.org/officeDocument/2006/relationships/slide" Target="/ppt/slides/slide42.xml" Id="Rad5201eff3c84c70" /><Relationship Type="http://schemas.openxmlformats.org/officeDocument/2006/relationships/slide" Target="/ppt/slides/slide43.xml" Id="R01815c5d01134b3a" /><Relationship Type="http://schemas.openxmlformats.org/officeDocument/2006/relationships/slide" Target="/ppt/slides/slide44.xml" Id="R152cadbc96884404" /><Relationship Type="http://schemas.openxmlformats.org/officeDocument/2006/relationships/slide" Target="/ppt/slides/slide45.xml" Id="R554c18842d734ec1" /><Relationship Type="http://schemas.openxmlformats.org/officeDocument/2006/relationships/slide" Target="/ppt/slides/slide46.xml" Id="R1edde8de6229494e" /><Relationship Type="http://schemas.openxmlformats.org/officeDocument/2006/relationships/slide" Target="/ppt/slides/slide47.xml" Id="R78ba1d09ffd94051" /><Relationship Type="http://schemas.openxmlformats.org/officeDocument/2006/relationships/slide" Target="/ppt/slides/slide48.xml" Id="Rd67b59320f2e4f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47ef956a4249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13648bc2834ae9" /><Relationship Type="http://schemas.openxmlformats.org/officeDocument/2006/relationships/notesMaster" Target="/ppt/notesMasters/notesMaster1.xml" Id="R1470e7e9e05244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567bcd4e2e45bc" /><Relationship Type="http://schemas.openxmlformats.org/officeDocument/2006/relationships/notesMaster" Target="/ppt/notesMasters/notesMaster1.xml" Id="R1225a83222e641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f6a8ec64654f7f" /><Relationship Type="http://schemas.openxmlformats.org/officeDocument/2006/relationships/notesMaster" Target="/ppt/notesMasters/notesMaster1.xml" Id="R447423e2c8fd4c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15163944ec4e51" /><Relationship Type="http://schemas.openxmlformats.org/officeDocument/2006/relationships/notesMaster" Target="/ppt/notesMasters/notesMaster1.xml" Id="Rb36c4526c1c145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dc85adbb9b4b8c" /><Relationship Type="http://schemas.openxmlformats.org/officeDocument/2006/relationships/notesMaster" Target="/ppt/notesMasters/notesMaster1.xml" Id="Rdab63f1943a94e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1ad346edc34f86" /><Relationship Type="http://schemas.openxmlformats.org/officeDocument/2006/relationships/notesMaster" Target="/ppt/notesMasters/notesMaster1.xml" Id="Rc488cf43779f43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2bfec53f2a442a" /><Relationship Type="http://schemas.openxmlformats.org/officeDocument/2006/relationships/notesMaster" Target="/ppt/notesMasters/notesMaster1.xml" Id="R76b3f3972fa94e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b3aca592d5416b" /><Relationship Type="http://schemas.openxmlformats.org/officeDocument/2006/relationships/notesMaster" Target="/ppt/notesMasters/notesMaster1.xml" Id="Rb91f09e4d61f45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737d0f34554758" /><Relationship Type="http://schemas.openxmlformats.org/officeDocument/2006/relationships/notesMaster" Target="/ppt/notesMasters/notesMaster1.xml" Id="R9c765862846447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a8a6ab62894020" /><Relationship Type="http://schemas.openxmlformats.org/officeDocument/2006/relationships/notesMaster" Target="/ppt/notesMasters/notesMaster1.xml" Id="R4602e1ff47be41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38ece34837432b" /><Relationship Type="http://schemas.openxmlformats.org/officeDocument/2006/relationships/notesMaster" Target="/ppt/notesMasters/notesMaster1.xml" Id="Ra03f969cfb9949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160a0e6cba4f01" /><Relationship Type="http://schemas.openxmlformats.org/officeDocument/2006/relationships/notesMaster" Target="/ppt/notesMasters/notesMaster1.xml" Id="R5e3bbe08a9024a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80084ff9fe4f09" /><Relationship Type="http://schemas.openxmlformats.org/officeDocument/2006/relationships/notesMaster" Target="/ppt/notesMasters/notesMaster1.xml" Id="R532b4d294c5040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5788d82a544e08" /><Relationship Type="http://schemas.openxmlformats.org/officeDocument/2006/relationships/notesMaster" Target="/ppt/notesMasters/notesMaster1.xml" Id="R7e125243926844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88e06135e7447f" /><Relationship Type="http://schemas.openxmlformats.org/officeDocument/2006/relationships/notesMaster" Target="/ppt/notesMasters/notesMaster1.xml" Id="R19d78bfd32a545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77d27f976744ab" /><Relationship Type="http://schemas.openxmlformats.org/officeDocument/2006/relationships/notesMaster" Target="/ppt/notesMasters/notesMaster1.xml" Id="Re74b7644e42a48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d6b630e68745a2" /><Relationship Type="http://schemas.openxmlformats.org/officeDocument/2006/relationships/notesMaster" Target="/ppt/notesMasters/notesMaster1.xml" Id="R5ea1dcaace5f4c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ac124540534d00" /><Relationship Type="http://schemas.openxmlformats.org/officeDocument/2006/relationships/notesMaster" Target="/ppt/notesMasters/notesMaster1.xml" Id="R567d835ae0b347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b7d22ac2d534cec" /><Relationship Type="http://schemas.openxmlformats.org/officeDocument/2006/relationships/notesMaster" Target="/ppt/notesMasters/notesMaster1.xml" Id="R4a1fedc91d5c43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1f71445659b4ecc" /><Relationship Type="http://schemas.openxmlformats.org/officeDocument/2006/relationships/notesMaster" Target="/ppt/notesMasters/notesMaster1.xml" Id="Re035cf3abb1649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a6b7bfb34d0468a" /><Relationship Type="http://schemas.openxmlformats.org/officeDocument/2006/relationships/notesMaster" Target="/ppt/notesMasters/notesMaster1.xml" Id="R8864ddde849645b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0398aedb05b49ff" /><Relationship Type="http://schemas.openxmlformats.org/officeDocument/2006/relationships/notesMaster" Target="/ppt/notesMasters/notesMaster1.xml" Id="Rdc9cb087b290442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0509bf035234ba8" /><Relationship Type="http://schemas.openxmlformats.org/officeDocument/2006/relationships/notesMaster" Target="/ppt/notesMasters/notesMaster1.xml" Id="R4fa052dd70c0417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ffe220f51aa4296" /><Relationship Type="http://schemas.openxmlformats.org/officeDocument/2006/relationships/notesMaster" Target="/ppt/notesMasters/notesMaster1.xml" Id="R71d7e124a4d447c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2659388970240fd" /><Relationship Type="http://schemas.openxmlformats.org/officeDocument/2006/relationships/notesMaster" Target="/ppt/notesMasters/notesMaster1.xml" Id="R28bbc3dfa6194f1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b678748ced14ce3" /><Relationship Type="http://schemas.openxmlformats.org/officeDocument/2006/relationships/notesMaster" Target="/ppt/notesMasters/notesMaster1.xml" Id="R5cf61f6ddc034d1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ae89607ed8f41d1" /><Relationship Type="http://schemas.openxmlformats.org/officeDocument/2006/relationships/notesMaster" Target="/ppt/notesMasters/notesMaster1.xml" Id="Rc237d16480574e6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1d6242b802f4624" /><Relationship Type="http://schemas.openxmlformats.org/officeDocument/2006/relationships/notesMaster" Target="/ppt/notesMasters/notesMaster1.xml" Id="R24058904f7654b8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a54feff55a04169" /><Relationship Type="http://schemas.openxmlformats.org/officeDocument/2006/relationships/notesMaster" Target="/ppt/notesMasters/notesMaster1.xml" Id="R43261e46685147e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5dda7015c214b2b" /><Relationship Type="http://schemas.openxmlformats.org/officeDocument/2006/relationships/notesMaster" Target="/ppt/notesMasters/notesMaster1.xml" Id="Raba87f6b39b74e0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aa70ef7e710426c" /><Relationship Type="http://schemas.openxmlformats.org/officeDocument/2006/relationships/notesMaster" Target="/ppt/notesMasters/notesMaster1.xml" Id="R89653af4348e450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a108db256e543c2" /><Relationship Type="http://schemas.openxmlformats.org/officeDocument/2006/relationships/notesMaster" Target="/ppt/notesMasters/notesMaster1.xml" Id="R5927252bcbc84c1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7c7c67082844357" /><Relationship Type="http://schemas.openxmlformats.org/officeDocument/2006/relationships/notesMaster" Target="/ppt/notesMasters/notesMaster1.xml" Id="Rd466d8f05f5a41e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62b9560a0b4478b" /><Relationship Type="http://schemas.openxmlformats.org/officeDocument/2006/relationships/notesMaster" Target="/ppt/notesMasters/notesMaster1.xml" Id="Rb79554cdd6c54f3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89f5947e19f4a00" /><Relationship Type="http://schemas.openxmlformats.org/officeDocument/2006/relationships/notesMaster" Target="/ppt/notesMasters/notesMaster1.xml" Id="R80757d30b6a14f7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36d3a9b7d2b47a5" /><Relationship Type="http://schemas.openxmlformats.org/officeDocument/2006/relationships/notesMaster" Target="/ppt/notesMasters/notesMaster1.xml" Id="R09c6c0590135414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809105698a34f2c" /><Relationship Type="http://schemas.openxmlformats.org/officeDocument/2006/relationships/notesMaster" Target="/ppt/notesMasters/notesMaster1.xml" Id="R91550bd0722e43f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b892008add945ed" /><Relationship Type="http://schemas.openxmlformats.org/officeDocument/2006/relationships/notesMaster" Target="/ppt/notesMasters/notesMaster1.xml" Id="R484ebb27b31a4bd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51edb6461a644b8" /><Relationship Type="http://schemas.openxmlformats.org/officeDocument/2006/relationships/notesMaster" Target="/ppt/notesMasters/notesMaster1.xml" Id="R4850b8012ccd43e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98f71d2fb9642e0" /><Relationship Type="http://schemas.openxmlformats.org/officeDocument/2006/relationships/notesMaster" Target="/ppt/notesMasters/notesMaster1.xml" Id="Rc45ec5329e0742b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30716f6c97b4bec" /><Relationship Type="http://schemas.openxmlformats.org/officeDocument/2006/relationships/notesMaster" Target="/ppt/notesMasters/notesMaster1.xml" Id="R3ef299428aa7432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cbe1c7ca6a04acc" /><Relationship Type="http://schemas.openxmlformats.org/officeDocument/2006/relationships/notesMaster" Target="/ppt/notesMasters/notesMaster1.xml" Id="R96cffc39b66e41a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4fee82385c04833" /><Relationship Type="http://schemas.openxmlformats.org/officeDocument/2006/relationships/notesMaster" Target="/ppt/notesMasters/notesMaster1.xml" Id="R51d68c6e85da48d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6fa8f5ed28c4935" /><Relationship Type="http://schemas.openxmlformats.org/officeDocument/2006/relationships/notesMaster" Target="/ppt/notesMasters/notesMaster1.xml" Id="Rb685ab927cba4ab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22e62bf7b2241b9" /><Relationship Type="http://schemas.openxmlformats.org/officeDocument/2006/relationships/notesMaster" Target="/ppt/notesMasters/notesMaster1.xml" Id="R990b55b2ee89469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6d19ad956334283" /><Relationship Type="http://schemas.openxmlformats.org/officeDocument/2006/relationships/notesMaster" Target="/ppt/notesMasters/notesMaster1.xml" Id="R0d9cc0f04bc84ea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560492856ef477e" /><Relationship Type="http://schemas.openxmlformats.org/officeDocument/2006/relationships/notesMaster" Target="/ppt/notesMasters/notesMaster1.xml" Id="R44c2616264af4c4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1eb75a1bd974342" /><Relationship Type="http://schemas.openxmlformats.org/officeDocument/2006/relationships/notesMaster" Target="/ppt/notesMasters/notesMaster1.xml" Id="Reff61d8059c940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Panduan React function components. Prasyarat: HTML, CSS, dan JavaScript dasar. Contoh pendek adalah fragmen kecuali dinyatakan sebagai file lengkap. Import setiap Hook yang digunakan dari react. Referensi utama: https://react.dev/learn. Gambar sampul berasal dari template Simple Dark Mode.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https://react.dev/learn/creating-a-react-app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Perintah memerlukan Node.js sesuai persyaratan versi Vite yang digunakan. Jalankan setiap perintah terminal secara terpisah.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https://react.dev/learn/build-a-react-app-from-scratch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https://react.dev/learn/writing-markup-with-jsx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https://react.dev/learn/passing-props-to-a-component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https://react.dev/learn/passing-props-to-a-component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https://react.dev/learn/conditional-rendering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https://react.dev/learn/rendering-lists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https://react.dev/learn/responding-to-events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https://react.dev/reference/react/useState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https://react.dev/learn/render-and-commit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https://react.dev/learn/queueing-a-series-of-state-updates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https://react.dev/learn/updating-arrays-in-state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https://react.dev/learn/choosing-the-state-structure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https://react.dev/reference/react-dom/components/input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Editor dan Preview adalah component aplikasi. Editor memanggil onChange dengan nilai baru.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https://react.dev/learn/sharing-state-between-components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https://react.dev/learn/preserving-and-resetting-state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https://react.dev/reference/rules/rules-of-hooks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Import useEffect dan useState dari react. State seconds dideklarasikan dengan useState(0). Dalam Strict Mode development, React menjalankan siklus setup dan cleanup tambahan untuk memeriksa simetri cleanup.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https://react.dev/reference/react/useEffect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https://react.dev/learn/removing-effect-dependencies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https://react.dev/learn/you-might-not-need-an-effect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loadUser adalah helper async yang mengembalikan data dan melempar error jika response gagal. Pola ignore tidak membatalkan jaringan, hanya mengabaikan hasil usang. AbortController bisa membatalkan fetch yang mendukung signal.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https://react.dev/reference/react/useEffect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https://react.dev/reference/react/useRef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Import useReducer dari react. Pemanggilan useReducer berada di function component. Contoh penggunaan event: onClick={() =&gt; dispatch({ type: "increment" })}. Reducer harus pure.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https://react.dev/reference/react/useReducer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Import createContext dan useContext dari react. Provider syntax ini juga berlaku pada React sebelum versi 19. Context mendistribusikan nilai, sedangkan state tetap dikelola melalui state atau reducer.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https://react.dev/reference/react/useContext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https://react.dev/learn/reusing-logic-with-custom-hooks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Import Hooks dan memo dari react. filterItems adalah function pure di luar component. Optimasi ini bukan jaminan semantik. React Compiler dapat menangani banyak memoization otomatis bila dikonfigurasi.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https://react.dev/reference/react/useMemo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Transition tidak otomatis mempercepat perhitungan JavaScript sinkron dan tidak melakukan debounce request. Pisahkan input segera dari hasil yang boleh tertunda.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https://react.dev/reference/react/useTransition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Import lazy dan Suspense dari react. Reports.jsx harus mengekspor default component. letakkan lazy di luar component.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https://react.dev/reference/react/Suspense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https://react.dev/reference/react/Component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https://react.dev/reference/react/hooks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submitName adalah function async di luar component, menerima previousState dan FormData serta mengembalikan state hasil. Validasi dan otorisasi tetap dilakukan server. Fitur ini memerlukan versi React yang mendukung API terkait.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https://react.dev/reference/react/useActionState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https://react.dev/reference/rsc/server-components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https://react.dev/learn/creating-a-react-app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https://react.dev/reference/react-dom/components/common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https://react.dev/learn/typescript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https://react.dev/learn/react-developer-tools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https://react.dev/learn/thinking-in-react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https://react.dev/reference/react/useState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https://react.dev/learn/updating-arrays-in-state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https://react.dev/learn/rendering-lists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https://react.dev/reference/react/StrictMode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https://react.dev/learn/thinking-in-react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https://react.dev/reference/react/hooks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Sumber: https://react.dev/learn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Contoh kode dibuat untuk pembelajaran. Fragmen mengasumsikan import dan deklarasi pendukung sesuai penjelasan.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eed011f0d4f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b03a703b440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e31092e024a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d51231bf04c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c14b0f4b141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a989e3daa484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14c2079c94d0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7edf16b5b4158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1949b452914625" /><Relationship Type="http://schemas.openxmlformats.org/officeDocument/2006/relationships/slideLayout" Target="/ppt/slideLayouts/slideLayout1.xml" Id="R64f2ac7f72074ef8" /><Relationship Type="http://schemas.openxmlformats.org/officeDocument/2006/relationships/slideLayout" Target="/ppt/slideLayouts/slideLayout2.xml" Id="Ra4c6364ca7bf4817" /><Relationship Type="http://schemas.openxmlformats.org/officeDocument/2006/relationships/slideLayout" Target="/ppt/slideLayouts/slideLayout3.xml" Id="R0a17bc09c18f4052" /><Relationship Type="http://schemas.openxmlformats.org/officeDocument/2006/relationships/slideLayout" Target="/ppt/slideLayouts/slideLayout4.xml" Id="Rb07b90f1a46942b5" /><Relationship Type="http://schemas.openxmlformats.org/officeDocument/2006/relationships/slideLayout" Target="/ppt/slideLayouts/slideLayout5.xml" Id="Re3c32fdd5405425b" /><Relationship Type="http://schemas.openxmlformats.org/officeDocument/2006/relationships/slideLayout" Target="/ppt/slideLayouts/slideLayout6.xml" Id="Rd4cb4d555ea44820" /><Relationship Type="http://schemas.openxmlformats.org/officeDocument/2006/relationships/slideLayout" Target="/ppt/slideLayouts/slideLayout7.xml" Id="R2e85766fa8804548" /><Relationship Type="http://schemas.openxmlformats.org/officeDocument/2006/relationships/slideLayout" Target="/ppt/slideLayouts/slideLayout8.xml" Id="R39aae12ac57d4a5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f2ac7f72074ef8"/>
    <p:sldLayoutId xmlns:r="http://schemas.openxmlformats.org/officeDocument/2006/relationships" id="2147483650" r:id="Ra4c6364ca7bf4817"/>
    <p:sldLayoutId xmlns:r="http://schemas.openxmlformats.org/officeDocument/2006/relationships" id="2147483651" r:id="R0a17bc09c18f4052"/>
    <p:sldLayoutId xmlns:r="http://schemas.openxmlformats.org/officeDocument/2006/relationships" id="2147483652" r:id="Rb07b90f1a46942b5"/>
    <p:sldLayoutId xmlns:r="http://schemas.openxmlformats.org/officeDocument/2006/relationships" id="2147483653" r:id="Re3c32fdd5405425b"/>
    <p:sldLayoutId xmlns:r="http://schemas.openxmlformats.org/officeDocument/2006/relationships" id="2147483654" r:id="Rd4cb4d555ea44820"/>
    <p:sldLayoutId xmlns:r="http://schemas.openxmlformats.org/officeDocument/2006/relationships" id="2147483655" r:id="R2e85766fa8804548"/>
    <p:sldLayoutId xmlns:r="http://schemas.openxmlformats.org/officeDocument/2006/relationships" id="2147483656" r:id="R39aae12ac57d4a5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98f1a2f104ea4" /><Relationship Type="http://schemas.openxmlformats.org/officeDocument/2006/relationships/image" Target="/ppt/media/image.png" Id="R5370a209099740d7" /><Relationship Type="http://schemas.openxmlformats.org/officeDocument/2006/relationships/notesSlide" Target="/ppt/notesSlides/notesSlide1.xml" Id="R9a712c5650d141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81a7c4d50745b2" /><Relationship Type="http://schemas.openxmlformats.org/officeDocument/2006/relationships/notesSlide" Target="/ppt/notesSlides/notesSlide2.xml" Id="R8fbffdaaf16947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56cc5e353b4d1c" /><Relationship Type="http://schemas.openxmlformats.org/officeDocument/2006/relationships/notesSlide" Target="/ppt/notesSlides/notesSlide3.xml" Id="R78e3b4ae1a7844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c3724e9f94061" /><Relationship Type="http://schemas.openxmlformats.org/officeDocument/2006/relationships/notesSlide" Target="/ppt/notesSlides/notesSlide4.xml" Id="Rd5337875c0224c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6980b0e284ddd" /><Relationship Type="http://schemas.openxmlformats.org/officeDocument/2006/relationships/notesSlide" Target="/ppt/notesSlides/notesSlide5.xml" Id="R3e71bdb21e6f48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f1704aec04c79" /><Relationship Type="http://schemas.openxmlformats.org/officeDocument/2006/relationships/notesSlide" Target="/ppt/notesSlides/notesSlide6.xml" Id="R20156bfb47ed45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562b9494446de" /><Relationship Type="http://schemas.openxmlformats.org/officeDocument/2006/relationships/notesSlide" Target="/ppt/notesSlides/notesSlide7.xml" Id="R547db856cfbd43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1e0884b7204bf5" /><Relationship Type="http://schemas.openxmlformats.org/officeDocument/2006/relationships/notesSlide" Target="/ppt/notesSlides/notesSlide8.xml" Id="R98fc941e3fc84b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e384cdb9004ccc" /><Relationship Type="http://schemas.openxmlformats.org/officeDocument/2006/relationships/notesSlide" Target="/ppt/notesSlides/notesSlide9.xml" Id="Rd995ea80f05443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0041b61b44d63" /><Relationship Type="http://schemas.openxmlformats.org/officeDocument/2006/relationships/notesSlide" Target="/ppt/notesSlides/notesSlide10.xml" Id="R8508d62488a945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a15ea735164d5a" /><Relationship Type="http://schemas.openxmlformats.org/officeDocument/2006/relationships/notesSlide" Target="/ppt/notesSlides/notesSlide11.xml" Id="R357af076238a48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9ec94d27a24a1b" /><Relationship Type="http://schemas.openxmlformats.org/officeDocument/2006/relationships/notesSlide" Target="/ppt/notesSlides/notesSlide12.xml" Id="R4e77dbecf0bc4e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35d69b41614305" /><Relationship Type="http://schemas.openxmlformats.org/officeDocument/2006/relationships/notesSlide" Target="/ppt/notesSlides/notesSlide13.xml" Id="R5f1ea76e1f7a44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5718514928498d" /><Relationship Type="http://schemas.openxmlformats.org/officeDocument/2006/relationships/notesSlide" Target="/ppt/notesSlides/notesSlide14.xml" Id="R4d6cecdc87fc4a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d148f7e7c34f3e" /><Relationship Type="http://schemas.openxmlformats.org/officeDocument/2006/relationships/notesSlide" Target="/ppt/notesSlides/notesSlide15.xml" Id="R3dcd8db0a94240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667016b88a4ed7" /><Relationship Type="http://schemas.openxmlformats.org/officeDocument/2006/relationships/notesSlide" Target="/ppt/notesSlides/notesSlide16.xml" Id="Rf56c601544334e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baaebb03f7410f" /><Relationship Type="http://schemas.openxmlformats.org/officeDocument/2006/relationships/notesSlide" Target="/ppt/notesSlides/notesSlide17.xml" Id="Rea3cbc0a46764e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b73c3b84484bb2" /><Relationship Type="http://schemas.openxmlformats.org/officeDocument/2006/relationships/notesSlide" Target="/ppt/notesSlides/notesSlide18.xml" Id="R82edab40932847d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4080e0d4444806" /><Relationship Type="http://schemas.openxmlformats.org/officeDocument/2006/relationships/notesSlide" Target="/ppt/notesSlides/notesSlide19.xml" Id="Reee95647a7484a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32b4b3b5f847fb" /><Relationship Type="http://schemas.openxmlformats.org/officeDocument/2006/relationships/notesSlide" Target="/ppt/notesSlides/notesSlide20.xml" Id="R37e77f77665c4f9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36db9fd68a445c" /><Relationship Type="http://schemas.openxmlformats.org/officeDocument/2006/relationships/notesSlide" Target="/ppt/notesSlides/notesSlide21.xml" Id="R7f72c3a69e594ac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20431814e44127" /><Relationship Type="http://schemas.openxmlformats.org/officeDocument/2006/relationships/notesSlide" Target="/ppt/notesSlides/notesSlide22.xml" Id="R463b7198dbd0443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4e6133ae5467f" /><Relationship Type="http://schemas.openxmlformats.org/officeDocument/2006/relationships/notesSlide" Target="/ppt/notesSlides/notesSlide23.xml" Id="Re7679b2c2310480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43bb50ddb4d8b" /><Relationship Type="http://schemas.openxmlformats.org/officeDocument/2006/relationships/notesSlide" Target="/ppt/notesSlides/notesSlide24.xml" Id="Re6d9435e3ea74e7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e1d76383e4f36" /><Relationship Type="http://schemas.openxmlformats.org/officeDocument/2006/relationships/notesSlide" Target="/ppt/notesSlides/notesSlide25.xml" Id="Rc6a03c07e39745b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9d8914062486e" /><Relationship Type="http://schemas.openxmlformats.org/officeDocument/2006/relationships/notesSlide" Target="/ppt/notesSlides/notesSlide26.xml" Id="R29e6b9c3748d480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b8d2ebbf0496d" /><Relationship Type="http://schemas.openxmlformats.org/officeDocument/2006/relationships/notesSlide" Target="/ppt/notesSlides/notesSlide27.xml" Id="R38fc8648f4a44a8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571962533e4969" /><Relationship Type="http://schemas.openxmlformats.org/officeDocument/2006/relationships/notesSlide" Target="/ppt/notesSlides/notesSlide28.xml" Id="R20736c62898d448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6ed13230248b7" /><Relationship Type="http://schemas.openxmlformats.org/officeDocument/2006/relationships/notesSlide" Target="/ppt/notesSlides/notesSlide29.xml" Id="Re7df1f81bc974e3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d000cce20d4615" /><Relationship Type="http://schemas.openxmlformats.org/officeDocument/2006/relationships/notesSlide" Target="/ppt/notesSlides/notesSlide30.xml" Id="R91a1843963de431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b5649a5d44365" /><Relationship Type="http://schemas.openxmlformats.org/officeDocument/2006/relationships/notesSlide" Target="/ppt/notesSlides/notesSlide31.xml" Id="R418b7f38764b4d4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e48536af0e4059" /><Relationship Type="http://schemas.openxmlformats.org/officeDocument/2006/relationships/notesSlide" Target="/ppt/notesSlides/notesSlide32.xml" Id="Re1f859d350744f4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c499cfd6b4e78" /><Relationship Type="http://schemas.openxmlformats.org/officeDocument/2006/relationships/notesSlide" Target="/ppt/notesSlides/notesSlide33.xml" Id="Rdd6ae03092b74d2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d148da451b4cee" /><Relationship Type="http://schemas.openxmlformats.org/officeDocument/2006/relationships/notesSlide" Target="/ppt/notesSlides/notesSlide34.xml" Id="R82a40c79e24b421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2589c3b004843" /><Relationship Type="http://schemas.openxmlformats.org/officeDocument/2006/relationships/notesSlide" Target="/ppt/notesSlides/notesSlide35.xml" Id="Rd790166b9ded47b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dd2ba3558a4254" /><Relationship Type="http://schemas.openxmlformats.org/officeDocument/2006/relationships/notesSlide" Target="/ppt/notesSlides/notesSlide36.xml" Id="R0bd39bb49e134b0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0fed3e73714b07" /><Relationship Type="http://schemas.openxmlformats.org/officeDocument/2006/relationships/notesSlide" Target="/ppt/notesSlides/notesSlide37.xml" Id="Ra23cc56f4f2340a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c729a0c5b4796" /><Relationship Type="http://schemas.openxmlformats.org/officeDocument/2006/relationships/notesSlide" Target="/ppt/notesSlides/notesSlide38.xml" Id="Rab7fd9980f5a4ae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432d3d28324a01" /><Relationship Type="http://schemas.openxmlformats.org/officeDocument/2006/relationships/notesSlide" Target="/ppt/notesSlides/notesSlide39.xml" Id="Rea41613fa6554cc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efc237796847dd" /><Relationship Type="http://schemas.openxmlformats.org/officeDocument/2006/relationships/notesSlide" Target="/ppt/notesSlides/notesSlide40.xml" Id="R2e2eddc16cb8407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569a11ecea40b8" /><Relationship Type="http://schemas.openxmlformats.org/officeDocument/2006/relationships/notesSlide" Target="/ppt/notesSlides/notesSlide41.xml" Id="R4a0bffe22004476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4322b52d904288" /><Relationship Type="http://schemas.openxmlformats.org/officeDocument/2006/relationships/notesSlide" Target="/ppt/notesSlides/notesSlide42.xml" Id="R3b1d052a9ab1424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031609ab2446e2" /><Relationship Type="http://schemas.openxmlformats.org/officeDocument/2006/relationships/notesSlide" Target="/ppt/notesSlides/notesSlide43.xml" Id="R6d2b42c0214d4ac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ae6a17c46f47d7" /><Relationship Type="http://schemas.openxmlformats.org/officeDocument/2006/relationships/notesSlide" Target="/ppt/notesSlides/notesSlide44.xml" Id="Re07bd2e2695242d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bc64b33e244133" /><Relationship Type="http://schemas.openxmlformats.org/officeDocument/2006/relationships/notesSlide" Target="/ppt/notesSlides/notesSlide45.xml" Id="Redad642c75fb4dc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85a67ed35141ce" /><Relationship Type="http://schemas.openxmlformats.org/officeDocument/2006/relationships/notesSlide" Target="/ppt/notesSlides/notesSlide46.xml" Id="Re090e16ae221413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83032f231496b" /><Relationship Type="http://schemas.openxmlformats.org/officeDocument/2006/relationships/notesSlide" Target="/ppt/notesSlides/notesSlide47.xml" Id="Rbc3fe9955a734ad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c81c1afef4dfe" /><Relationship Type="http://schemas.openxmlformats.org/officeDocument/2006/relationships/notesSlide" Target="/ppt/notesSlides/notesSlide48.xml" Id="Rf4d25b83eff642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6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6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Memahami React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Konsep inti dan contoh kode</a:t>
            </a:r>
          </a:p>
          <a:p xmlns:a="http://schemas.openxmlformats.org/drawingml/2006/main">
            <a:pPr marL="0" indent="0"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Panduan belajar berbahasa Indonesia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React untuk pengembangan web</a:t>
            </a: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0a209099740d7"/>
          <a:srcRect xmlns:a="http://schemas.openxmlformats.org/drawingml/2006/main" l="8269" t="0" r="8269" b="0"/>
          <a:stretch xmlns:a="http://schemas.openxmlformats.org/drawingml/2006/main"/>
        </p:blipFill>
        <p:spPr>
          <a:xfrm xmlns:a="http://schemas.openxmlformats.org/drawingml/2006/main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E2598689-54C9-18A7-3A19-ED76AA08988F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Peta materi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Dasar React dan JSX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Component, props, dan komposisi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State, event, dan form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  Hooks dan sinkronisasi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  Data, performa, dan arsitektur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  Proyek kecil dan latihan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202359C0-8A7A-196E-DD58-8E6569619F09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Apa itu React?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React adalah library untuk membangun antarmuka dari component.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Kita mendeskripsikan tampilan berdasarkan data saat ini. React mengoordinasikan pembaruan tampilan.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Component bisa berupa tombol, formulir, atau satu halaman.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React DOM menghubungkan React dengan browser. Routing dan pengelolaan data biasanya melibatkan framework atau library tambahan.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EFD6AB9A-5F9E-5F59-51AB-3C8734130965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Bekal JavaScript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Pahami function, object, array, dan destructuring.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map membuat daftar baru. filter memilih item. Spread menyalin isi secara dangkal.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Contoh-contoh berikut memakai JavaScript dan JSX.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task = { id: 1, done: false };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{ id } = task;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next = { ...task, done: true };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titles = tasks.map(t =&gt; t.title);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active = tasks.filter(t =&gt; !t.done);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EE5B3003-2C54-13C6-9832-7637201064DE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Menjalankan proyek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Untuk belajar, gunakan proyek React kecil melalui build tool seperti Vite.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Untuk aplikasi baru dengan kebutuhan routing dan data, evaluasi framework yang direkomendasikan dokumentasi React.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npm create vite@latest react-lab -- --template react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cd react-lab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npm install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npm run dev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// src/App.jsx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export default function App()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&lt;h1&gt;Halo React&lt;/h1&gt;;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8C630A04-5A25-9E0C-9436-126091DB86B3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Component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Component function menghasilkan deskripsi UI.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Nama component dimulai huruf kapital.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Component dapat menerima input dan menyusun component lain.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Greeting()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&lt;h2&gt;Selamat belajar!&lt;/h2&gt;;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export default function App()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&lt;main&gt;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&lt;h1&gt;React Lab&lt;/h1&gt;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&lt;Greeting 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&lt;/main&gt;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D3D7D1C8-AE23-AA48-DF65-C742588DBE47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JSX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JSX menuliskan struktur UI di JavaScript.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Gunakan satu root atau Fragment. Tutup setiap tag.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Gunakan className untuk kelas CSS. Kurung kurawal menyisipkan ekspresi.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name = "Rani";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return 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&lt;&gt;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&lt;h1 className="title"&gt;Halo {name}&lt;/h1&gt;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&lt;p&gt;Hasil: {2 + 3}&lt;/p&gt;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&lt;img src="/avatar.png" alt="Rani" 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&lt;/&gt;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BA58DA2A-B818-18A9-29C1-B697728D5BCE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Props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Props adalah input dari parent ke child.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Child memperlakukan props sebagai data read-only.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Nilai default berlaku ketika prop tidak diberikan atau bernilai undefined.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Badge({ label, color = "blue" })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&lt;span style={{ color }}&gt;{label}&lt;/span&gt;;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App()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&lt;Badge label="Aktif" color="green" /&gt;;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388657AE-30A1-5A7A-6A7F-315D84436430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Komposisi dengan children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children memuat elemen di antara tag pembuka dan penutup.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Komposisi membantu membuat wrapper yang fleksibel tanpa menambah banyak prop khusus.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Panel({ title, children })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&lt;section&gt;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&lt;h2&gt;{title}&lt;/h2&gt;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{children}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&lt;/section&gt;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&lt;Panel title="Profil"&gt;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&lt;p&gt;Belajar React&lt;/p&gt;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&lt;/Panel&gt;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DB7BEEEC-A170-5376-2B6E-CB54687B0CB1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Conditional rendering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Gunakan if untuk cabang yang besar.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Ternary cocok untuk dua hasil. &amp;&amp; cocok untuk kondisi boolean.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Ekspresi 0 &amp;&amp; elemen dapat menampilkan angka 0.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if (loading) return &lt;p&gt;Memuat...&lt;/p&gt;;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return 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&lt;&gt;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{user ? &lt;Profile /&gt; : &lt;Login /&gt;}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{items.length &gt; 0 &amp;&amp; &lt;List /&gt;}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&lt;/&gt;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30394428-F1DC-E5F6-DB0C-7DE31F3D8A23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List dan key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map mengubah array menjadi elemen UI.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key harus stabil dan unik di antara saudara. Gunakan ID dari data.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Hindari index untuk daftar yang bisa berpindah, bertambah, atau berkurang.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TaskList({ tasks })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&lt;ul&gt;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{tasks.map(task =&gt; 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  &lt;li key={task.id}&gt;{task.title}&lt;/li&gt;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))}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&lt;/ul&gt;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4DB16885-0D3F-A391-B669-3211DB3B26E8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Event handler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Berikan function kepada onClick. React memanggilnya ketika event terjadi.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Arrow function bisa meneruskan argumen.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onClick={save()} justru memanggil save saat render.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SaveButton({ save, id })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&lt;button onClick={() =&gt; save(id)}&gt;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Simpan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&lt;/button&gt;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2DD23107-4986-8758-3A93-3D74F35908CC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State dan useState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State menyimpan memori component antarrender. Setter menjadwalkan pembaruan.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Setiap instance component memiliki state sendiri.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Nilai awal hanya dipakai saat inisialisasi.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import { useState } from "react";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Counter()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const [count, setCount] = useState(0);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&lt;button onClick={() =&gt; setCount(c =&gt; c + 1)}&gt;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Klik: {count}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&lt;/button&gt;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327921A4-25C4-3DB4-06B1-32693CEE2241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Render dan commit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Render: React memanggil component untuk menghitung UI berikutnya.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Commit: React menerapkan perubahan yang diperlukan ke DOM.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Render harus pure: input yang sama menghasilkan UI yang sama.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Jangan melakukan request atau mengubah object luar saat render. Event handler dan Effect memiliki peran berbeda.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EA83FA91-883A-0168-8075-96CEB9DCA3C2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State adalah snapshot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Handler membaca state dari render tempat handler itu dibuat.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Setter tidak langsung mengubah variable yang sedang dieksekusi.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Gunakan updater function jika hasil bergantung pada state sebelumnya.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// Misalnya count = 0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setCount(count + 1);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setCount(count + 1);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// Render berikutnya: 1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setCount(c =&gt; c + 1);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setCount(c =&gt; c + 1);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// Dua updater: bertambah 2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DC9C7607-4BA3-B4DC-A00F-2E67A9FCFF7E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Object dan array dalam state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Buat object atau array baru saat memperbarui state.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Spread menyalin satu tingkat. Untuk object bersarang, salin setiap tingkat yang berubah.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setUser(u =&gt; ({ ...u, name: "Ayu" }));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setTasks(ts =&gt; [...ts, newTask]);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setTasks(ts =&gt; ts.map(t =&gt;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t.id === id ? { ...t, done: !t.done } : t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));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setTasks(ts =&gt; ts.filter(t =&gt; t.id !== id));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90F7333B-44AC-F7E9-D49D-FE92F45E0477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State minimal dan nilai turunan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Simpan fakta yang benar-benar berubah.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Hitung hasil turunan ketika render. Menyimpan total atau hasil filter sebagai state tambahan berisiko membuat data tidak sinkron.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[tasks, setTasks] = useState([]);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[query, setQuery] = useState("");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visible = tasks.filter(t =&gt;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t.title.toLowerCase().includes(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query.toLowerCase()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)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remaining = tasks.filter(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t =&gt; !t.done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).length;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B1C6C81E-38B9-7560-621D-5A151A79DF9B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Form terkontrol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value berasal dari state dan onChange memperbaruinya.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Untuk checkbox gunakan checked.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Label yang terhubung membantu pengguna dan teknologi bantu.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[name, setName] = useState("");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return 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&lt;&gt;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&lt;label htmlFor="name"&gt;Nama&lt;/label&gt;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&lt;input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id="name"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value={name}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onChange={e =&gt; setName(e.target.value)}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&lt;/&gt;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CCF91274-D221-1BB4-3BF9-836E3AD31EBE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Berbagi state antarcomponent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Pindahkan state ke parent terdekat yang dipakai bersama.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Parent meneruskan nilai dan callback melalui props.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Satu sumber data menghindari dua state yang harus selalu disamakan.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Parent()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const [value, setValue] = useState("");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&lt;Editor value={value}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  onChange={setValue} 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&lt;Preview value={value} 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844E025A-983C-6D44-79C6-4612AACD43FC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Identitas component dan reset state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React mengaitkan state dengan posisi, tipe component, dan key di pohon UI.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Mengganti key membuat identitas baru sehingga state lokal di-reset.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// Draft chat berbeda untuk tiap penerima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&lt;Chat key={recipient.id}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recipient={recipient} 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// Definisikan component di level modul.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// Definisi bersarang dapat membuat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// identitas component berubah.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F6DF2BE2-2DFA-1C03-677D-BDC2260D6D92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Hooks dan aturan pemanggilan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Hook adalah function untuk memakai kemampuan React dari component.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Panggil Hooks di level teratas function component atau custom Hook, sebelum early return.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Hindari Hooks di loop, kondisi, dan event handler.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Nama custom Hook dimulai dengan use.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API use memiliki pengecualian untuk kondisi dan loop, tetapi tetap mengikuti batas penggunaannya.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0BB18BA8-60F4-C50D-CD9B-1BB87D3E8506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useEffect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Effect menyinkronkan component dengan sistem eksternal, seperti timer atau subscription.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Cleanup melepas pekerjaan sebelumnya saat dependensi berubah dan ketika unmount.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useEffect(() =&gt;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const timer = setInterval(() =&gt;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setSeconds(s =&gt; s + 1);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}, 1000);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() =&gt; clearInterval(timer);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}, []);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A4E99CEF-AF55-BA3C-ADF8-4E52E186DD8F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Dependensi Effect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Daftar dependensi memuat semua nilai reaktif yang dibaca Effect.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[] berarti Effect tidak membaca nilai reaktif yang perlu berubah. Tanpa array, Effect berjalan setelah setiap commit.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useEffect(() =&gt;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const connection = connect(roomId);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connection.open();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() =&gt; connection.close();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}, [roomId]);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// connect adalah API eksternal contoh.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// Jangan menonaktifkan linter untuk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// menyembunyikan dependensi yang hilang.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4A59AF09-D197-0193-A7DE-FAAF0B691058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Kapan tidak perlu Effect?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Perhitungan dari props atau state dapat berlangsung saat render.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Aksi akibat klik tertentu biasanya berada di event handler.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Effect diperlukan ketika UI perlu tetap sinkron dengan sistem luar.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// Nilai turunan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fullName = first + " " + last;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// Aksi pengguna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async function handleSave()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await saveProfile({ first, last });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&lt;button onClick={handleSave}&gt;Simpan&lt;/button&gt;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F3AE1AE4-D79E-94D6-E825-3FC6C21A77D2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Pengambilan data dan race condition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Kelola loading, sukses, kosong, dan error.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Request lama bisa selesai setelah request baru. Cleanup mencegah hasil lama mengganti hasil terbaru.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Framework atau cache data membantu mengelola deduplikasi dan caching.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useEffect(() =&gt;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let ignore = false;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setStatus("loading");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loadUser(userId).then(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data =&gt;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if (ignore) return;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setUser(data);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setStatus("success");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},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() =&gt; { if (!ignore) setStatus("error"); 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() =&gt; { ignore = true; };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}, [userId]);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5AB55966-FA28-BC73-EA9E-53DF014DF033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useRef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Ref menyimpan nilai yang bertahan antarrender tanpa memicu render saat berubah.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Gunakan untuk akses DOM atau ID timer.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 yang menentukan tampilan umumnya memakai state.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import { useRef } from "react";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Search()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const inputRef = useRef(null);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&lt;input ref={inputRef} 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&lt;button onClick={() =&gt;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  inputRef.current?.focus()}&gt;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  Fokus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&lt;/button&gt;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02F15020-66A7-620A-7B7A-C05C4312DEAE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useReducer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Reducer memusatkan aturan perubahan state.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dispatch mengirim action. Reducer menerima state dan action, lalu mengembalikan state berikutnya.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Cocok ketika transisi mulai kompleks.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reducer(state, action)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switch (action.type)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case "increment":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return { count: state.count + 1 };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case "reset":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return { count: 0 };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default: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return state;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[state, dispatch] = useReducer(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reducer, { count: 0 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68AD4375-9F50-F53A-6F9F-DD8473067C05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Context dan useContext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Context meneruskan nilai ke turunan tanpa melewatkannya melalui setiap lapis props.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Contoh: tema atau preferensi bahasa. Perubahan value dapat merender ulang consumer.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ThemeContext = createContext("dark");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App()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&lt;ThemeContext.Provider value="dark"&gt;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&lt;Toolbar 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&lt;/ThemeContext.Provider&gt;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Toolbar()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const theme = useContext(ThemeContext);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&lt;p&gt;Tema: {theme}&lt;/p&gt;;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41680313-6E64-04FF-399A-57B7CADE95A9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Custom Hook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Custom Hook membungkus logika yang memakai Hooks.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Pemanggil berbagi logika, tetapi setiap pemanggilan memiliki state sendiri.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Pilih nama yang menjelaskan kegunaannya.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useCounter(initial = 0)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const [count, setCount] = useState(initial);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const increment = () =&gt; setCount(c =&gt; c + 1);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const reset = () =&gt; setCount(initial);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{ count, increment, reset };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Counter()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const { count, increment } = useCounter();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&lt;button onClick={increment}&gt;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{count}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&lt;/button&gt;;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5FEBBBCE-9E16-527A-0EE3-E5839422D847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useMemo, useCallback, dan memo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useMemo menyimpan hasil perhitungan selama dependensinya sama.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useCallback mempertahankan referensi function. memo dapat melewati render child ketika props sama.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Gunakan setelah mengukur masalah performa.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filtered = useMemo(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() =&gt; filterItems(items, query),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[items, query]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onSelect = useCallback(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id =&gt; setSelectedId(id),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[]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Item = memo(function Item({ name })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&lt;li&gt;{name}&lt;/li&gt;;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D172A7C5-A0CC-7B36-F236-345181E6AD72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Responsivitas dengan transition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useTransition menandai update non-urgent.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Input terkontrol harus tetap diperbarui segera. Hasil mahal dapat diperbarui melalui transition.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useDeferredValue menunda pemakaian suatu nilai pada bagian UI.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[isPending, startTransition] =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useTransition();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handleChange(e)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const next = e.target.value;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setInput(next);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startTransition(() =&gt;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setQuery(next);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});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66C3428B-053E-6B4E-39FF-75B44F3F33F6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lazy dan Suspense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lazy menunda pemuatan kode component. Suspense menyediakan fallback ketika child melakukan suspend.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Fetch biasa di useEffect tidak otomatis mengaktifkan Suspense.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Reports = lazy(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() =&gt; import("./Reports.jsx")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App()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&lt;Suspense fallback={&lt;p&gt;Memuat...&lt;/p&gt;}&gt;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&lt;Reports 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&lt;/Suspense&gt;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59F9B2FD-F323-2D0A-D581-D6E61055F9A8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Error boundary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Error boundary menyediakan tampilan pengganti ketika turunan gagal saat render.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Gunakan boundary di batas fitur agar satu kegagalan tidak merusak seluruh tampilan.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Error boundary tidak otomatis menangkap error event handler atau semua proses async.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Tangani kegagalan request dan submit secara eksplisit.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Implementasi native memakai class dengan getDerivedStateFromError dan componentDidCatch.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D6C2EC43-E3B9-C9B0-67FF-5447EB7F3925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Hooks lain yang perlu dikenali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useId: ID aksesibilitas yang konsisten.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useLayoutEffect: pengukuran layout sebelum browser melukis. Pakai seperlunya.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useImperativeHandle: membatasi API yang diekspos lewat ref.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useSyncExternalStore: membaca store eksternal melalui subscription.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useDebugValue: label custom Hook di DevTools.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useInsertionEffect: kebutuhan library CSS.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ID useId bukan pengganti key data.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4A4FA566-8B12-6DD2-DDB5-FA6393938FB6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Form Actions pada React modern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useActionState menghubungkan hasil action dengan state dan status pending.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useFormStatus membaca status form dari child di dalam form.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useOptimistic menampilkan hasil sementara selama action berjalan.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const [result, action, pending] =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useActionState(submitName, null);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return 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&lt;form action={action}&gt;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&lt;input name="name" required 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&lt;button disabled={pending}&gt;Simpan&lt;/button&gt;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&lt;p&gt;{result?.message}&lt;/p&gt;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&lt;/form&gt;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E39A338D-B192-3127-EB9A-53A2665A0BB7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Client, server, dan hydration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Client rendering membangun UI di browser.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Server rendering menghasilkan HTML di server. Hydration menghubungkan logika React dengan HTML tersebut.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Server Components menjalankan bagian pohon component di lingkungan server melalui framework yang mendukungnya.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Component interaktif memerlukan batas client.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SSR dan Server Components adalah konsep yang berbeda.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8D334276-4C85-190E-BA41-5CA1CBB04E4E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Routing dan state aplikasi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Routing memetakan URL ke tampilan. Framework atau router menangani navigasi dan parameter.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Simpan filter yang perlu dibagikan melalui tautan di URL.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Bedakan state UI lokal, state bersama, dan data server.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Cache data server menangani freshness dan refetch. Context membantu distribusi nilai.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Pilih alat berdasarkan kebutuhan aplikasi.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855A7F00-3259-A23D-D734-A322A9F9DD63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Styling dan aksesibilitas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CSS biasa dan CSS Modules dapat dipakai bersama React.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Gunakan elemen HTML semantik, label form, alt gambar, dan fokus yang terlihat.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// Button native mendukung keyboard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&lt;button className="primary"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disabled={saving}&gt;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{saving ? "Menyimpan..." : "Simpan"}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&lt;/button&gt;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// CSS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.primary:focus-visible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outline: 3px solid cyan;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6166C477-A387-35CF-F492-F54B4FA4FEC9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TypeScript untuk props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TypeScript membantu memeriksa kontrak props sebelum kode berjalan.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Tipe callback menjelaskan nilai yang diterima.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Validasi data dari API tetap diperlukan saat runtime.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type ButtonProps =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label: string;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onClick: () =&gt; void;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disabled?: boolean;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 Button({ label, onClick, disabled }: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ButtonProps)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&lt;button onClick={onClick}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disabled={disabled}&gt;{label}&lt;/button&gt;;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C0C89EF0-BE71-8D92-BDDF-FF7D05F0AC04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Pengujian dan debugging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Uji perilaku yang terlihat pengguna: mengetik, klik, dan hasilnya.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Periksa state dan props dengan React DevTools. Profiler membantu menemukan render yang mahal.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Skenario untuk daftar tugas: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Input kosong tidak menambah tugas.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Klik Tambah memunculkan judul baru.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Checkbox mengubah status selesai.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Filter tidak menghapus data asli.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9CAEC632-A9E6-82AB-6034-3014BC3905A0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Proyek kecil: daftar tugas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Fitur: tambah tugas, tandai selesai, dan tampilkan jumlah tugas aktif.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Tiga slide kode berikut membentuk satu file App.jsx. Gabungkan berurutan.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State utama: tasks dan text.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 tugas: id, title, done.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remaining dihitung dari tasks.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Gunakan proyek Vite React untuk menjalankannya.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675CE1F1-F8E2-E359-8FD1-A9FA98B3A676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Daftar tugas: state dan tambah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Bagian 1 dari 3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ID dibuat ketika pengguna menambahkan data.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Updater menerima array sebelumnya lalu membuat array baru.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trim menolak input yang hanya berisi spasi.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import { useState } from "react";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export default function App()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const [tasks, setTasks] = useState([]);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const [text, setText] = useState("");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function add(e)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e.preventDefault();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if (!text.trim()) return;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const task = { id: crypto.randomUUID(),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title: text.trim(), done: false };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setTasks(ts =&gt; [...ts, task]);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setText("");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270EE3B2-1325-F8E9-D276-8EA80C32ED19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Daftar tugas: toggle dan form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Bagian 2 dari 3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map mengganti hanya item yang cocok.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Form mendukung submit melalui tombol maupun Enter.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Label terhubung dengan input melalui htmlFor.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function toggle(id) {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setTasks(ts =&gt; ts.map(t =&gt; t.id === id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? { ...t, done: !t.done } : t));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const remaining = tasks.filter(t =&gt; !t.done);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return &lt;main&gt;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&lt;h1&gt;Daftar tugas&lt;/h1&gt;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&lt;form onSubmit={add}&gt;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&lt;label htmlFor="task"&gt;Tugas baru&lt;/label&gt;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&lt;input id="task" value={text}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  onChange={e =&gt; setText(e.target.value)} 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&lt;button&gt;Tambah&lt;/button&gt;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&lt;/form&gt;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1110800D-D5E6-B48B-B335-F070B0EAA3B9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Daftar tugas: tampilan daftar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Bagian 3 dari 3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key menjaga identitas setiap item.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Checkbox membaca boolean done.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 tersimpan di memori dan hilang ketika halaman dimuat ulang.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&lt;p&gt;{remaining.length} tugas aktif&lt;/p&gt;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&lt;ul&gt;{tasks.map(task =&gt; (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&lt;li key={task.id}&gt;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  &lt;label&gt;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    &lt;input type="checkbox"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      checked={task.done}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      onChange={() =&gt; toggle(task.id)} /&gt;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    {task.title}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  &lt;/label&gt;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  &lt;/li&gt;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  ))}&lt;/ul&gt;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 &lt;/main&gt;;</a:t>
            </a:r>
          </a:p>
          <a:p xmlns:a="http://schemas.openxmlformats.org/drawingml/2006/main"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AE060EEA-E29B-CF3D-E7B7-BE01DFE3A2D2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Kesalahan yang sering muncul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UI tidak berubah: periksa mutasi object atau array.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Render tanpa henti: periksa setter saat render dan Effect yang memperbarui dependensinya sendiri.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Nilai lama: periksa snapshot state dan closure.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State item tertukar: periksa key yang tidak stabil.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Effect berjalan dua kali saat development: periksa Strict Mode dan cleanup.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Input terkunci: pastikan value memiliki onChange yang memperbarui state.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472DB7CE-501A-BBF4-0CAD-B084CE0A592C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Latihan lanjutan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Tambahkan hapus tugas dan filter aktif/selesai.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Pisahkan TaskItem dan TaskForm.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Pindahkan logika ke useTasks ketika manfaat pemakaian ulang sudah jelas.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Tambahkan persistensi, lalu tangani format data yang rusak.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Hubungkan API dengan loading dan error.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Tulis tes tambah dan toggle.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Ukur performa sebelum menambahkan memoization.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F766E625-45F0-7FC0-7206-B9D4780D3461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Peta keputusan sehari-hari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Tampilan perlu berubah? Gunakan state.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Nilai dapat dihitung dari data yang ada? Hitung saat render.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Nilai perlu bertahan tanpa render? Gunakan ref.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Sinkronisasi dengan sistem luar? Gunakan Effect.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Logika transisi rumit? Pertimbangkan reducer.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Banyak turunan memerlukan nilai yang sama? Pertimbangkan Context.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fld id="{79CF87E8-8F71-04A5-6F3A-BEE8F630D5E2}" type="slidenum">
              <a:rPr sz="10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def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3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Referensi dan langkah berikutnya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Dokumentasi pembelajaran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react.dev/learn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Referensi API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react.dev/reference/react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Tutorial proyek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react.dev/learn/tutorial-tic-tac-toe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Mulai dengan aplikasi kecil, lalu tambahkan kebutuhan satu per satu.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  <a:buNone/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Materi mencakup konsep inti dan pengantar fitur lanjutan. Periksa dokumentasi versi proyek untuk detail API dan integrasi framework.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2026-10-01T00:21:36.4490000Z</dcterms:created>
  <dcterms:modified xsi:type="dcterms:W3CDTF">2026-10-01T00:21:36.4490000Z</dcterms:modified>
</coreProperties>
</file>